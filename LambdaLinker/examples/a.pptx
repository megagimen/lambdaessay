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3.xml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" y="60523"/>
            <a:ext cx="195352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b="1" dirty="0"/>
              <a:t>PART zero </a:t>
            </a:r>
            <a:r>
              <a:rPr lang="zh-CN" altLang="en-US" sz="1400" b="1" dirty="0"/>
              <a:t>叶片失效</a:t>
            </a:r>
            <a:r>
              <a:rPr lang="zh-CN" altLang="en-US" sz="1400" b="1" dirty="0"/>
              <a:t>过程</a:t>
            </a:r>
            <a:endParaRPr lang="zh-CN" altLang="en-US" sz="1400" b="1" dirty="0"/>
          </a:p>
        </p:txBody>
      </p:sp>
      <p:sp>
        <p:nvSpPr>
          <p:cNvPr id="5" name="椭圆 4"/>
          <p:cNvSpPr/>
          <p:nvPr/>
        </p:nvSpPr>
        <p:spPr>
          <a:xfrm>
            <a:off x="1822608" y="157740"/>
            <a:ext cx="130917" cy="113341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4400"/>
          </a:p>
        </p:txBody>
      </p:sp>
      <p:sp>
        <p:nvSpPr>
          <p:cNvPr id="9" name="矩形 8"/>
          <p:cNvSpPr/>
          <p:nvPr/>
        </p:nvSpPr>
        <p:spPr>
          <a:xfrm>
            <a:off x="203835" y="621030"/>
            <a:ext cx="11766550" cy="64217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 algn="just">
              <a:lnSpc>
                <a:spcPct val="130000"/>
              </a:lnSpc>
            </a:pP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叶片失效形式和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过程：</a:t>
            </a:r>
            <a:endParaRPr lang="en-US" altLang="zh-CN" sz="12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lvl="0" indent="-285750"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zh-CN" sz="1200" dirty="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1.</a:t>
            </a:r>
            <a:r>
              <a:rPr lang="zh-CN" altLang="en-US" sz="1200" dirty="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表面损伤：腐蚀与砂眼</a:t>
            </a:r>
            <a:r>
              <a:rPr lang="en-US" altLang="zh-CN" sz="1200" dirty="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-</a:t>
            </a:r>
            <a:r>
              <a:rPr lang="zh-CN" altLang="en-US" sz="1200" dirty="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长期暴露于风沙、雨水导致表面磨损，降低气动效率。</a:t>
            </a:r>
            <a:endParaRPr lang="zh-CN" altLang="en-US" sz="1200" dirty="0">
              <a:solidFill>
                <a:schemeClr val="tx1"/>
              </a:solidFill>
              <a:latin typeface="+mn-ea"/>
              <a:ea typeface="+mn-ea"/>
              <a:cs typeface="+mn-ea"/>
              <a:sym typeface="+mn-ea"/>
            </a:endParaRPr>
          </a:p>
          <a:p>
            <a:pPr marL="285750" lvl="0" indent="-285750"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zh-CN" sz="1200" dirty="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2.</a:t>
            </a:r>
            <a:r>
              <a:rPr lang="zh-CN" altLang="en-US" sz="1200" dirty="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雷击损伤：叶片尖端易遭雷击，引发蒙皮烧蚀或内部结构损坏。前缘开裂：树脂老化或冲击导致前缘剥离，影响升阻比。</a:t>
            </a:r>
            <a:endParaRPr lang="zh-CN" altLang="en-US" sz="1200" dirty="0">
              <a:solidFill>
                <a:schemeClr val="tx1"/>
              </a:solidFill>
              <a:latin typeface="+mn-ea"/>
              <a:ea typeface="+mn-ea"/>
              <a:cs typeface="+mn-ea"/>
              <a:sym typeface="+mn-ea"/>
            </a:endParaRPr>
          </a:p>
          <a:p>
            <a:pPr marL="285750" lvl="0" indent="-285750"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zh-CN" sz="1200" dirty="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3.</a:t>
            </a:r>
            <a:r>
              <a:rPr lang="zh-CN" altLang="en-US" sz="1200" dirty="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结构损伤：裂纹与开裂：交变载荷下，主梁、腹板等关键部位出现微裂纹，逐步扩展。壳体脱胶：制造缺陷或疲劳导致蒙皮与主梁粘接失效，局部刚度下降。</a:t>
            </a:r>
            <a:endParaRPr lang="zh-CN" altLang="en-US" sz="1200" dirty="0">
              <a:solidFill>
                <a:schemeClr val="tx1"/>
              </a:solidFill>
              <a:latin typeface="+mn-ea"/>
              <a:ea typeface="+mn-ea"/>
              <a:cs typeface="+mn-ea"/>
              <a:sym typeface="+mn-ea"/>
            </a:endParaRPr>
          </a:p>
          <a:p>
            <a:pPr marL="285750" lvl="0" indent="-285750"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zh-CN" sz="1200" dirty="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4.</a:t>
            </a:r>
            <a:r>
              <a:rPr lang="zh-CN" altLang="en-US" sz="1200" dirty="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其他故障：覆冰：低温高湿环境下叶片结冰，引发质量</a:t>
            </a:r>
            <a:r>
              <a:rPr lang="en-US" altLang="zh-CN" sz="1200" dirty="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气动不平衡，振动加剧。扫塔：极端阵风或刚度不足导致叶片变形过大，与塔筒碰撞。变桨失效：控制系统故障导致桨距角失控，叶片失速或过载振动。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just">
              <a:lnSpc>
                <a:spcPct val="130000"/>
              </a:lnSpc>
            </a:pP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just">
              <a:lnSpc>
                <a:spcPct val="130000"/>
              </a:lnSpc>
            </a:pP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66700" lvl="0" indent="-266700"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3501" y="107894"/>
            <a:ext cx="1940682" cy="357623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2EBDA4-BA94-4DAE-B727-587E533548E1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/>
          <p:nvPr/>
        </p:nvPicPr>
        <p:blipFill>
          <a:blip r:embed="rId2"/>
          <a:stretch>
            <a:fillRect/>
          </a:stretch>
        </p:blipFill>
        <p:spPr>
          <a:xfrm>
            <a:off x="602615" y="2646045"/>
            <a:ext cx="3570605" cy="3836035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3"/>
          <a:stretch>
            <a:fillRect/>
          </a:stretch>
        </p:blipFill>
        <p:spPr>
          <a:xfrm>
            <a:off x="4333875" y="3181350"/>
            <a:ext cx="5715000" cy="3175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284</Words>
  <Application>WPS 演示</Application>
  <PresentationFormat>宽屏</PresentationFormat>
  <Paragraphs>13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锦由</cp:lastModifiedBy>
  <cp:revision>157</cp:revision>
  <dcterms:created xsi:type="dcterms:W3CDTF">2019-06-19T02:08:00Z</dcterms:created>
  <dcterms:modified xsi:type="dcterms:W3CDTF">2026-01-29T03:51:18Z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9A2D61DA81A946ECB6DF41C09CB3B665_11</vt:lpwstr>
  </property>
</Properties>
</file>