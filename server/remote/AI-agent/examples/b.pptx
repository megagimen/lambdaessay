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" y="60523"/>
            <a:ext cx="195352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/>
              <a:t>PART zero </a:t>
            </a:r>
            <a:r>
              <a:rPr lang="zh-CN" altLang="en-US" sz="1400" b="1" dirty="0"/>
              <a:t>叶片失效</a:t>
            </a:r>
            <a:r>
              <a:rPr lang="zh-CN" altLang="en-US" sz="1400" b="1" dirty="0"/>
              <a:t>过程</a:t>
            </a:r>
            <a:endParaRPr lang="zh-CN" altLang="en-US" sz="1400" b="1" dirty="0"/>
          </a:p>
        </p:txBody>
      </p:sp>
      <p:sp>
        <p:nvSpPr>
          <p:cNvPr id="5" name="椭圆 4"/>
          <p:cNvSpPr/>
          <p:nvPr/>
        </p:nvSpPr>
        <p:spPr>
          <a:xfrm>
            <a:off x="1822608" y="157740"/>
            <a:ext cx="130917" cy="11334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  <p:sp>
        <p:nvSpPr>
          <p:cNvPr id="9" name="矩形 8"/>
          <p:cNvSpPr/>
          <p:nvPr/>
        </p:nvSpPr>
        <p:spPr>
          <a:xfrm>
            <a:off x="203835" y="621030"/>
            <a:ext cx="11766550" cy="64217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just">
              <a:lnSpc>
                <a:spcPct val="130000"/>
              </a:lnSpc>
            </a:pP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just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charset="-122"/>
                <a:sym typeface="+mn-ea"/>
              </a:rPr>
              <a:t>研究主要聚焦在叶片腹板裂纹和断裂的健康监测上，因此关注腹板失效的过程，一些调查后，对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叶片腹板裂纹和断裂的失效形式和过程论述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如下：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lvl="0" indent="-2667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腹板开裂的初始缺陷通常源于制造工艺缺陷（如纤维铺层不均、树脂浸润不足）、材料疲劳或外部冲击载荷引起的应力集中。在复合材料层合结构中，腹板与蒙皮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主梁的连接界面因制造残余应力或界面弱化（如胶层缺陷）易形成微裂纹源。微观尺度下，交变载荷（重力引起的弯曲力矩、离心力导致的周向应力）作用下，界面处应力集中系数（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Stress Concentration Factor, SCF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）显著升高，导致局部微裂纹萌生。有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文献表明，裂纹多起始于腹板与主梁粘接区域（约占叶片长度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1/3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处），此处因气动载荷与惯性载荷耦合作用，弯矩梯度达到极值。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lvl="0" indent="-2667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裂纹稳定扩展阶段：在叶片旋转过程中，腹板承受周期性剪切应力（幅值约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10–50 MPa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，裂纹沿纤维薄弱方向（如垂直于主载荷路径）扩展。当裂纹扩展至临界长度时，此时裂纹尖端塑性区尺寸超过材料容限，裂纹进入快速扩展阶段。腹板完全断裂后，叶片内部传力路径中断，蒙皮因失去支撑发生屈曲失稳，主梁因局部应力重分布引发二次开裂。最终失效表现为整体断裂或扫塔事故，断裂面形貌呈现典型疲劳辉纹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Striation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）与瞬断区（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Shear Lip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）特征。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lvl="0" indent="-2667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动态风载（湍流、阵风）通过气弹耦合效应放大腹板交变应力幅值，加速疲劳损伤累积。旋转离心力导致腹板面内拉伸应力与面外弯曲应力的复合作用，促使裂纹沿厚度方向分叉扩展。而环境中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的湿度渗透降低树脂基体韧性，紫外线老化加剧界面脱粘，进一步降低裂纹扩展阻力。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lvl="0" indent="-2667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有文献中的有限元模拟表明，腹板开裂导致叶片挥舞方向位移增加，且振动能量向低频段（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0.5-2HZ)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集中。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lvl="0" indent="-2667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叶片腹板失效是力学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材料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环境多场耦合作用的结果，其演化过程具有显著的非线性与尺寸效应特征。通过监测模态频率偏移、时域振动能量上升或者用视觉方法监测裂纹长度，可实现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断裂预警，为结构健康管理提供理论依据。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501" y="107894"/>
            <a:ext cx="1940682" cy="357623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EBDA4-BA94-4DAE-B727-587E533548E1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 descr="ChatGPT Image 2025年5月27日 21_36_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4046855"/>
            <a:ext cx="4070350" cy="2713355"/>
          </a:xfrm>
          <a:prstGeom prst="rect">
            <a:avLst/>
          </a:prstGeom>
        </p:spPr>
      </p:pic>
      <p:pic>
        <p:nvPicPr>
          <p:cNvPr id="8" name="图片 7" descr="Diagrammatic-sketch-of-a-typical-wind-turbine-blade-stru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270" y="3821430"/>
            <a:ext cx="5147945" cy="29000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834</Words>
  <Application>WPS 演示</Application>
  <PresentationFormat>宽屏</PresentationFormat>
  <Paragraphs>11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锦由</cp:lastModifiedBy>
  <cp:revision>157</cp:revision>
  <dcterms:created xsi:type="dcterms:W3CDTF">2019-06-19T02:08:00Z</dcterms:created>
  <dcterms:modified xsi:type="dcterms:W3CDTF">2026-01-29T03:51:28Z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5C25DB50EA2142288027EBB34C3D0DA6_11</vt:lpwstr>
  </property>
</Properties>
</file>